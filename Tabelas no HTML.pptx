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60CB3-F4AB-4DD4-94E0-2D7859376034}">
  <a:tblStyle styleId="{C0660CB3-F4AB-4DD4-94E0-2D78593760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6002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70609" y="2838450"/>
            <a:ext cx="625078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Tabelas no HTML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19550" y="3752850"/>
            <a:ext cx="41529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Estrutura e Estilização Nativa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98550" y="4800600"/>
            <a:ext cx="3858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Interfaces Web I | Profª Juliana de Sá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120628" y="2190750"/>
            <a:ext cx="595074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Por que usar Tabelas?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19750" y="3162300"/>
            <a:ext cx="952500" cy="476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3495675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 tabelas são fundamentais para organizar dados tabulares, como preços, horários, resultados e listas de informações relacionadas em linhas e colunas.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9862"/>
            <a:ext cx="34925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09862"/>
            <a:ext cx="34925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09862"/>
            <a:ext cx="3492549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30051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66775" y="3652837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contêiner principal que define o início e o fim da tabela.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30051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645074" y="3652837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Representa 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Table Row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(Linha). Cada linha deve conter células.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30051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23374" y="3652837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Representa 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Table Data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(Célula). É onde o conteúdo mora.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As Três Tags Base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28622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Table Header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308133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Usamos a tag  em vez de  para as células de cabeçalho.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976437"/>
            <a:ext cx="17526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52500" y="359568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Texto em negrito.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4005262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Texto centralizado.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441483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Facilita a leitura por robôs.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6385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0481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45770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Cabeçalhos com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7575" y="2207425"/>
            <a:ext cx="5066850" cy="29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334125" y="30765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Atributos Importantes: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334125" y="329565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border: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Define a grossura da borda (em pixels).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334125" y="375285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width: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Define a largura da tabela ou célula.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334125" y="421005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align: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Alinha a tabela (left, center, right).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Estrutura Visual Clássica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1009850" y="3076575"/>
            <a:ext cx="3981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&lt;table border="1"&gt;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&lt;tr&gt;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  &lt;th&gt;Nome&lt;/th&gt;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  &lt;th&gt;Idade&lt;/th&gt;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&lt;/tr&gt;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6334125" y="26574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Estilo sem CSS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334125" y="2876550"/>
            <a:ext cx="528637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atributo bgcolor pode ser aplicado em três níveis para mudar a cor de fundo: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6334125" y="37052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- Tabela toda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34125" y="41624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- A linha toda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461962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- Apenas uma célula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480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2052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662487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Cores com 'bgcolor'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96" y="1759875"/>
            <a:ext cx="5131175" cy="41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600"/>
            <a:ext cx="5334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14600"/>
            <a:ext cx="53340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3162" y="4476750"/>
            <a:ext cx="73056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66775" y="280987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cellpadding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3028950"/>
            <a:ext cx="4743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Define o espaço entre 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borda da célula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 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conteúdo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(o texto).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581775" y="280987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cellspacing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581775" y="3028950"/>
            <a:ext cx="4743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Define o espaço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entre as células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 tabela.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Ajustando o Espaço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1850" y="-79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31432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Atributo: colspan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3362325"/>
            <a:ext cx="528637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colspan permite que uma única célula se estenda por várias colunas.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41433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Ideal para títulos que ocupam toda a largura da tabela.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Mesclando Colunas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333300" y="3277313"/>
            <a:ext cx="3000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&lt;td colspan="2"&gt;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Título Centralizado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334125" y="31432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Atributo: rowspan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334125" y="3362325"/>
            <a:ext cx="528637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rowspan permite que uma célula se estenda por várias linhas (verticalmente).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334125" y="4143375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Muito comum em calendários ou cronogramas de aula.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Mesclando Linhas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973250" y="3362325"/>
            <a:ext cx="3000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&lt;td rowspan="2"&gt;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  Item Vertical</a:t>
            </a:r>
            <a:endParaRPr sz="1350">
              <a:solidFill>
                <a:srgbClr val="22D3EE"/>
              </a:solidFill>
              <a:highlight>
                <a:srgbClr val="01040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2D3EE"/>
                </a:solidFill>
                <a:highlight>
                  <a:srgbClr val="010409"/>
                </a:highlight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1676400" y="3000375"/>
            <a:ext cx="8839200" cy="17430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0" name="Google Shape;200;p22"/>
          <p:cNvGraphicFramePr/>
          <p:nvPr/>
        </p:nvGraphicFramePr>
        <p:xfrm>
          <a:off x="1676400" y="3000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{C0660CB3-F4AB-4DD4-94E0-2D7859376034}</a:tableStyleId>
              </a:tblPr>
              <a:tblGrid>
                <a:gridCol w="3901975"/>
                <a:gridCol w="2816875"/>
                <a:gridCol w="210130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Produto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Preço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Estoque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Teclado RGB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R$ 150,00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Mouse Gamer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R$ 80,00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Exemplo Prático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509712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4055744" y="2557462"/>
            <a:ext cx="40805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Mão na Massa!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3781425" y="3433762"/>
            <a:ext cx="46291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Crie uma tabela de </a:t>
            </a:r>
            <a:r>
              <a:rPr b="1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Horário de Aulas</a:t>
            </a: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com: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3990975" y="409098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4029075" y="4090987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Bordas visíveis (border="1").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3990975" y="448151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4029075" y="4481512"/>
            <a:ext cx="4514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Cabeçalhos (th) coloridos com bgcolor.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3990975" y="488156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4029075" y="4881562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Células de aula com cores diferentes por matéria.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