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Inter SemiBold" panose="020B0604020202020204" charset="0"/>
      <p:regular r:id="rId10"/>
      <p:bold r:id="rId11"/>
      <p:italic r:id="rId12"/>
      <p:boldItalic r:id="rId13"/>
    </p:embeddedFont>
    <p:embeddedFont>
      <p:font typeface="Poppins" panose="020B060402020202020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viewProps" Target="view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5242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436500"/>
            <a:ext cx="10648949" cy="17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00125" y="771525"/>
            <a:ext cx="1094136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ATIVIDADE: MEU PRIMEIRO JORNAL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71525" y="771525"/>
            <a:ext cx="952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6276975"/>
            <a:ext cx="16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 Web 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873080" y="6280875"/>
            <a:ext cx="15474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Profª Juliana de Sá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76325" y="1712425"/>
            <a:ext cx="10039500" cy="1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Desafio:</a:t>
            </a: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Você foi contratado para criar a estrutura inicial de um jornal digital chamado </a:t>
            </a:r>
            <a:r>
              <a:rPr lang="en-US" sz="19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"Tech News Online"</a:t>
            </a: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Sua missão é organizar as notícias usando a estrutura correta do HTML.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36063" y="3595679"/>
            <a:ext cx="52908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 que deve ter na página: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52613" y="3911728"/>
            <a:ext cx="46578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Título principal do jornal.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52480" y="4365127"/>
            <a:ext cx="46578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Uma notícia de destaque com subtítulo.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52475" y="4807013"/>
            <a:ext cx="7707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 parágrafo explicando a notícia (com termos em negrito e itálico).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152463" y="5221035"/>
            <a:ext cx="46578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Uma lista das "3 notícias mais lidas do dia".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7089576"/>
            <a:ext cx="106489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771650"/>
            <a:ext cx="5038725" cy="225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771650"/>
            <a:ext cx="5038725" cy="1919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191893"/>
            <a:ext cx="5038725" cy="1919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191881"/>
            <a:ext cx="5038725" cy="15847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00125" y="771525"/>
            <a:ext cx="1094136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PASSO A PASSO (MÃO NO CÓDIGO)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771525"/>
            <a:ext cx="952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6276975"/>
            <a:ext cx="2356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Guia de Execução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85950" y="6284775"/>
            <a:ext cx="1834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Atividade Laboratorial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38225" y="7280076"/>
            <a:ext cx="101917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⚠️ Lembrete Teórico: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Verifique se todas as suas tags de abertura têm as respectivas tags de fechamento!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19175" y="2228850"/>
            <a:ext cx="45434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1. O Esqueleto: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Crie um arquivo index.html e gere a estrutura básica (html, head, body). No título da aba, coloque "Tech News - Home".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29400" y="2228850"/>
            <a:ext cx="45434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2. Cabeçalho: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corpo do site, use um h1 para o nome do jornal. Logo abaixo, use um h2 para a manchete do dia.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19175" y="4549081"/>
            <a:ext cx="4543500" cy="12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3. Conteúdo: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Escreva um parágrafo (p) sobre a manchete. Use strong para palavras importantes e em para nomes estrangeiros.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29400" y="4549068"/>
            <a:ext cx="4543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4. Ranking: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Crie uma lista ordenada (ol) com os títulos de 3 outras notícias famosas.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7089576"/>
            <a:ext cx="106489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771650"/>
            <a:ext cx="11001375" cy="225504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00125" y="771525"/>
            <a:ext cx="1094136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smtClean="0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Link de </a:t>
            </a:r>
            <a:r>
              <a:rPr lang="en-US" sz="3300" b="1" i="0" u="none" strike="noStrike" cap="none" dirty="0" err="1" smtClean="0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entrega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771525" y="771525"/>
            <a:ext cx="9525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6276975"/>
            <a:ext cx="2356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Guia de Execução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85950" y="6284775"/>
            <a:ext cx="1834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Atividade Laboratorial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38225" y="7280076"/>
            <a:ext cx="101917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⚠️ Lembrete Teórico: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Verifique se todas as suas tags de abertura têm as respectivas tags de fechamento!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19175" y="2228850"/>
            <a:ext cx="4543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50" b="1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https://forms.gle/Yau1Azu8mo1PHnhg9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7450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Inter SemiBold</vt:lpstr>
      <vt:lpstr>Poppins</vt:lpstr>
      <vt:lpstr>Inter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Prof. Juliana de Sá</cp:lastModifiedBy>
  <cp:revision>1</cp:revision>
  <dcterms:modified xsi:type="dcterms:W3CDTF">2026-03-18T00:24:21Z</dcterms:modified>
</cp:coreProperties>
</file>