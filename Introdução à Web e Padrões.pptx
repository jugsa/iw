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00287" y="2000250"/>
            <a:ext cx="75914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INTERFACES WEB 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10501" y="2505075"/>
            <a:ext cx="797099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Introdução à Web 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seus Padrões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00287" y="4562475"/>
            <a:ext cx="7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Profª Juliana de Sá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538412"/>
            <a:ext cx="1143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595562" y="2900362"/>
            <a:ext cx="700087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Ecossistema Web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4100512"/>
            <a:ext cx="6667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Fundamentos, Identidade e Ferramentas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7925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7925"/>
            <a:ext cx="3492549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84223" y="35433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1433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esqueleto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Define a estrutura semântica e o conteúdo bruto da página.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62523" y="35433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35549" y="41433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vestimenta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Controla o design, layout, cores e a estética visual.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340822" y="35433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13849" y="41433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Adiciona interatividade, lógica e dinamismo aos sites.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8194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19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8194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Trio Fundamental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29150"/>
            <a:ext cx="52863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07645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(Hypertext Transfer Protocol) é a base de comunicação da Web. É como as mensagens viajam entre computadores.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305175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é a versão segura. Ele usa criptografia (SSL/TLS) para proteger senhas e dados sensíveis de serem interceptados.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282582" y="4849763"/>
            <a:ext cx="386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Dica: Sempre procure pelo cadeado!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3175" y="209550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Protocolos: HTTP vs. HTTPS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6962"/>
            <a:ext cx="5286375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66962"/>
            <a:ext cx="5286375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2757487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49391" y="35194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Cliente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4119562"/>
            <a:ext cx="45053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Geralmente o seu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Navegador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Ele faz o pedido (Request) de uma página ou imagem ao servidor.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1562" y="27574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612016" y="35194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Servidor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119562"/>
            <a:ext cx="45053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 computador potente que armazena o site. Ele processa o pedido e envia a resposta (Response).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 Conversa: Cliente vs. Servidor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937" y="217170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6334125" y="24384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Navegadores Modernos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34125" y="3038475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Google Chrome, Firefox, Safari e Edge são os tradutores da Web. Eles leem o código complexo (HTML/CSS) e desenham a interface amigável que usamos todos os dias.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443865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um desenvolvedor, entender as diferenças entre eles é crucial para garantir que o site funcione em qualquer lugar.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3987" y="2190750"/>
            <a:ext cx="3581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Janelas para a Web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8525"/>
            <a:ext cx="349254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3438525"/>
            <a:ext cx="349254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438525"/>
            <a:ext cx="349254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2219325"/>
            <a:ext cx="5410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84223" y="37719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Protocolo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7250" y="43719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Define como os dados serão transferidos.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562523" y="37719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Domínio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35549" y="43719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exemplo.com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 nome amigável do site na rede.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340822" y="377190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Caminho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413849" y="437197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/curso/web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 local exato do arquivo no servidor.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Anatomia de uma URL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809625" y="571500"/>
            <a:ext cx="530066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DNS: O GPS da Web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167640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Os computadores se comunicam através de números chamados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Endereços IP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(ex: 142.250.191.46).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905125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DNS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(Domain Name System) funciona como uma lista telefônica global: você digita "google.com" e ele traduz para o IP correto.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1338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 o DNS, teríamos que decorar sequências numéricas para cada site que visitamos!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5265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5265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4724400"/>
            <a:ext cx="3492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Atualmente a ferramenta favorita da indústria pela sua leveza e extensões.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349799" y="4724400"/>
            <a:ext cx="3492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Ambiente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Uma boa IDE oferece realce de sintaxe e autocompletar para evitar erros.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128099" y="4724400"/>
            <a:ext cx="3492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Organizar seu espaço de trabalho digital é o primeiro passo para o sucesso.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171700"/>
            <a:ext cx="34544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8849" y="2171700"/>
            <a:ext cx="34544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7149" y="2171700"/>
            <a:ext cx="3454449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IDEs: Onde o Código Ganha Vida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30575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581525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Controle em Tempo Real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334125" y="25955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Inspecionar (F12)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34125" y="319563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DevTools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integradas nos navegadores permitem que você visualize o código de qualquer site, teste mudanças de CSS instantaneamente e depure erros de lógica no console.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334125" y="45958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a sua principal "lupa" para entender como o mundo digital foi construído.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09625" y="571500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Ferramentas do Desenvolvedor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0263"/>
            <a:ext cx="11049000" cy="470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2276475" y="5875436"/>
            <a:ext cx="7639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Acompanhar os padrões da W3C é vital para manter a Web aberta e universal.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09625" y="525363"/>
            <a:ext cx="1135141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 Evolução da Web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525363"/>
            <a:ext cx="95250" cy="723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4175760" y="1724025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4748212" y="3248025"/>
            <a:ext cx="26955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Obrigado pela atenção!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3243262" y="4229100"/>
            <a:ext cx="5705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Próxima Aula: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Iniciando com HTML e Estrutura Semântica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3243274" y="5005525"/>
            <a:ext cx="57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Interfaces Web I | Professora Juliana de Sá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