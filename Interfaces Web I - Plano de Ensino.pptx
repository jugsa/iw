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4091B5-56D7-4B96-9087-A9A777AF99D8}">
  <a:tblStyle styleId="{1D4091B5-56D7-4B96-9087-A9A777AF99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715369a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715369a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6200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Plano de Curso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318170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Interfaces </a:t>
            </a:r>
            <a:endParaRPr b="1" sz="52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I</a:t>
            </a:r>
            <a:endParaRPr b="1" sz="52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1847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Professora Juliana de Sá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23282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Codificação de documentos em padrões web | Execução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7712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9525" y="3036275"/>
            <a:ext cx="4257675" cy="3747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2328862"/>
            <a:ext cx="28194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80h</a:t>
            </a:r>
            <a:endParaRPr sz="1300"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481512"/>
            <a:ext cx="2819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Carga Anual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5014912"/>
            <a:ext cx="2819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2 horas semanais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962400" y="2852737"/>
            <a:ext cx="80410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Foco em Execução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962400" y="3452812"/>
            <a:ext cx="7658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O componente Interfaces Web I prepara o estudante para a </a:t>
            </a: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codificação de documentos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seguindo padrões internacionais, transformando designs estáticos em realidade navegável.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962400" y="4205287"/>
            <a:ext cx="7658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Nesta jornada, passaremos do entendimento de protocolos básicos à publicação profissional de websites semânticos e responsivos.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Identidade do Componente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528637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76525"/>
            <a:ext cx="528637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52500" y="3057525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Padrões Web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52500" y="36576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Identificar e aplicar os padrões Web internacionais (W3C) para garantir que a codificação de documentos seja interoperável e sustentável.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715125" y="3057525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Design &amp; Usabilidade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715125" y="36576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Planejar e prototipar interfaces alinhadas aos princípios de UI/UX, garantindo que a experiência do usuário seja o centro do desenvolvimento.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Competências Profissionais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24112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24112"/>
            <a:ext cx="3492549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784223" y="344328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Construção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57250" y="40433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Aplicar padrões Web na construção de websites estáticos de alta performance.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562523" y="344328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Implantação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635549" y="404336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Implantar e publicar conteúdos na Web utilizando servidores e CDNs.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340822" y="344328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Prototipagem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413849" y="40433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Elaborar interfaces interativas utilizando ferramentas digitais de ponta.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7574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574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1333500" y="25336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Fidelidade: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Wireframes de baixa, média e alta fidelidade.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333500" y="33337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UI/UX: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Princípios de design centrado no usuário.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333500" y="38290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Sistemas de Design: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Componentes reutilizáveis e bibliotecas de estilos.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333500" y="46291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Simulação: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Prototipagem interativa para validação de fluxos.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5765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37661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3871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4672012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Design e Prototipagem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71500" y="4095601"/>
            <a:ext cx="11049000" cy="1905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3527077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Bases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470570" y="397475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4308127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Introdução e Padrões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2836515" y="3527077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Design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735585" y="397475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836515" y="4308127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Prototipagem UI/UX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101530" y="3527077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Estrutura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000601" y="397475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101530" y="4308127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HTML5 Semântico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366545" y="3527077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Estilo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8265616" y="397475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366545" y="4308127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CSS Moderno e Layout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631560" y="3527077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Entrega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10530631" y="397475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631560" y="4308127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Versionamento e Host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Jornada de Aprendizado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715125" y="29908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Semântica: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Significado para navegadores e SEO.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715125" y="3486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Acessibilidade: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WAI-ARIA e tags acessíveis.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15125" y="3981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Formulários: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Coleta estruturada de dados.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715125" y="44767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DOM:</a:t>
            </a: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O Modelo de Objeto do Documento.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337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529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024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451961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HTML: A Estrutura Semântica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4824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Abordagem prática: Seletores, Box-model, Custom Properties e Media Queries.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CSS: Estilo e Responsividade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Mão no Código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231457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Workflow Profissional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2914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Não basta codificar, é preciso gerenciar. Exploraremos o controle de versão e estratégias de entrega contínua.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52500" y="38576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Controle de Versão (Git).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52500" y="43529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Hospedagem Estática.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48482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CDNs para Performance.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04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957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910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3"/>
          <p:cNvGraphicFramePr/>
          <p:nvPr/>
        </p:nvGraphicFramePr>
        <p:xfrm>
          <a:off x="571500" y="2171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{1D4091B5-56D7-4B96-9087-A9A777AF99D8}</a:tableStyleId>
              </a:tblPr>
              <a:tblGrid>
                <a:gridCol w="2336900"/>
                <a:gridCol w="3756875"/>
                <a:gridCol w="4955225"/>
              </a:tblGrid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Tecnologia/Conceito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Planejamento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Figma / Wireframes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Validar UI/UX antes do código.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Codificação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HTML5 / CSS3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Construir interfaces robustas.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Qualidade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WAI-ARIA / Mobile-First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Inclusividade e Mobilidade.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Publicação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Git / CDN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Disponibilizar o projeto ao mundo.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3"/>
          <p:cNvSpPr/>
          <p:nvPr/>
        </p:nvSpPr>
        <p:spPr>
          <a:xfrm>
            <a:off x="571500" y="3538537"/>
            <a:ext cx="2336899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908399" y="3538537"/>
            <a:ext cx="3756868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665267" y="3538537"/>
            <a:ext cx="4955232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71500" y="4233862"/>
            <a:ext cx="2336899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2908399" y="4233862"/>
            <a:ext cx="3756868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6665267" y="4233862"/>
            <a:ext cx="4955232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4929187"/>
            <a:ext cx="2336899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2908399" y="4929187"/>
            <a:ext cx="3756868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665267" y="4929187"/>
            <a:ext cx="4955232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5624512"/>
            <a:ext cx="2336899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908399" y="5624512"/>
            <a:ext cx="3756868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6665267" y="5624512"/>
            <a:ext cx="4955232" cy="95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Matriz de Ferramentas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1905000" y="2224087"/>
            <a:ext cx="8382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 "O poder da Web está na sua universalidade. O acesso de todos, independentemente da deficiência, é um aspecto essencial." 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524000" y="4738687"/>
            <a:ext cx="914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— Tim Berners-Lee, Inventor da Web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295275" y="57150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16192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Interfaces Web I: Transformando pixels em padrões.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571500" y="236592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Juliana de Sá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